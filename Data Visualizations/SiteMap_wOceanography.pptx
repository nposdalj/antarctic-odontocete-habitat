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3F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3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6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6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5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6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1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25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82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7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7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6D973-748A-4360-B555-34E70C00C23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811E3-D833-4C49-AC2A-5D6CB39F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1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55963" y="0"/>
            <a:ext cx="10446327" cy="6744535"/>
            <a:chOff x="955963" y="0"/>
            <a:chExt cx="10446327" cy="6744535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4" t="6115" b="10746"/>
            <a:stretch/>
          </p:blipFill>
          <p:spPr>
            <a:xfrm>
              <a:off x="955963" y="0"/>
              <a:ext cx="10446327" cy="6744535"/>
            </a:xfrm>
            <a:prstGeom prst="rect">
              <a:avLst/>
            </a:prstGeom>
          </p:spPr>
        </p:pic>
        <p:sp>
          <p:nvSpPr>
            <p:cNvPr id="13" name="Freeform 12"/>
            <p:cNvSpPr/>
            <p:nvPr/>
          </p:nvSpPr>
          <p:spPr>
            <a:xfrm>
              <a:off x="1550993" y="755505"/>
              <a:ext cx="8039100" cy="2676525"/>
            </a:xfrm>
            <a:custGeom>
              <a:avLst/>
              <a:gdLst>
                <a:gd name="connsiteX0" fmla="*/ 0 w 8039100"/>
                <a:gd name="connsiteY0" fmla="*/ 2676525 h 2676525"/>
                <a:gd name="connsiteX1" fmla="*/ 4133850 w 8039100"/>
                <a:gd name="connsiteY1" fmla="*/ 600075 h 2676525"/>
                <a:gd name="connsiteX2" fmla="*/ 8039100 w 8039100"/>
                <a:gd name="connsiteY2" fmla="*/ 0 h 2676525"/>
                <a:gd name="connsiteX3" fmla="*/ 8039100 w 8039100"/>
                <a:gd name="connsiteY3" fmla="*/ 0 h 267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9100" h="2676525">
                  <a:moveTo>
                    <a:pt x="0" y="2676525"/>
                  </a:moveTo>
                  <a:cubicBezTo>
                    <a:pt x="1397000" y="1861343"/>
                    <a:pt x="2794000" y="1046162"/>
                    <a:pt x="4133850" y="600075"/>
                  </a:cubicBezTo>
                  <a:cubicBezTo>
                    <a:pt x="5473700" y="153988"/>
                    <a:pt x="8039100" y="0"/>
                    <a:pt x="8039100" y="0"/>
                  </a:cubicBezTo>
                  <a:lnTo>
                    <a:pt x="8039100" y="0"/>
                  </a:lnTo>
                </a:path>
              </a:pathLst>
            </a:custGeom>
            <a:noFill/>
            <a:ln w="76200">
              <a:solidFill>
                <a:srgbClr val="F13FC2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 rot="20268835">
              <a:off x="1741836" y="1318938"/>
              <a:ext cx="6408485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4000" b="0" cap="none" spc="0" dirty="0" smtClean="0">
                  <a:ln w="0"/>
                  <a:solidFill>
                    <a:srgbClr val="F13FC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Antarctic Circumpolar Current</a:t>
              </a:r>
              <a:endParaRPr lang="en-US" sz="4000" b="0" cap="none" spc="0" dirty="0">
                <a:ln w="0"/>
                <a:solidFill>
                  <a:srgbClr val="F13FC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2632364" y="4871674"/>
              <a:ext cx="5067876" cy="1570690"/>
            </a:xfrm>
            <a:custGeom>
              <a:avLst/>
              <a:gdLst>
                <a:gd name="connsiteX0" fmla="*/ 4378036 w 5067876"/>
                <a:gd name="connsiteY0" fmla="*/ 1570690 h 1570690"/>
                <a:gd name="connsiteX1" fmla="*/ 5056909 w 5067876"/>
                <a:gd name="connsiteY1" fmla="*/ 725562 h 1570690"/>
                <a:gd name="connsiteX2" fmla="*/ 3893127 w 5067876"/>
                <a:gd name="connsiteY2" fmla="*/ 5126 h 1570690"/>
                <a:gd name="connsiteX3" fmla="*/ 0 w 5067876"/>
                <a:gd name="connsiteY3" fmla="*/ 1099635 h 157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7876" h="1570690">
                  <a:moveTo>
                    <a:pt x="4378036" y="1570690"/>
                  </a:moveTo>
                  <a:cubicBezTo>
                    <a:pt x="4757881" y="1278589"/>
                    <a:pt x="5137727" y="986489"/>
                    <a:pt x="5056909" y="725562"/>
                  </a:cubicBezTo>
                  <a:cubicBezTo>
                    <a:pt x="4976091" y="464635"/>
                    <a:pt x="4735945" y="-57220"/>
                    <a:pt x="3893127" y="5126"/>
                  </a:cubicBezTo>
                  <a:cubicBezTo>
                    <a:pt x="3050309" y="67471"/>
                    <a:pt x="1525154" y="583553"/>
                    <a:pt x="0" y="1099635"/>
                  </a:cubicBezTo>
                </a:path>
              </a:pathLst>
            </a:custGeom>
            <a:noFill/>
            <a:ln w="76200">
              <a:solidFill>
                <a:srgbClr val="FFC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 rot="20764850">
              <a:off x="2416895" y="4930257"/>
              <a:ext cx="5498813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3000" b="1" cap="none" spc="0" dirty="0" smtClean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  <a:effectLst/>
                </a:rPr>
                <a:t>Antarctic Coastal Current</a:t>
              </a:r>
              <a:endParaRPr lang="en-US" sz="3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363197" y="5887215"/>
              <a:ext cx="684803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 smtClean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PF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4793673" y="2590800"/>
              <a:ext cx="2899667" cy="3103418"/>
            </a:xfrm>
            <a:custGeom>
              <a:avLst/>
              <a:gdLst>
                <a:gd name="connsiteX0" fmla="*/ 2895600 w 2899667"/>
                <a:gd name="connsiteY0" fmla="*/ 3103418 h 3103418"/>
                <a:gd name="connsiteX1" fmla="*/ 2438400 w 2899667"/>
                <a:gd name="connsiteY1" fmla="*/ 1343891 h 3103418"/>
                <a:gd name="connsiteX2" fmla="*/ 0 w 2899667"/>
                <a:gd name="connsiteY2" fmla="*/ 0 h 3103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99667" h="3103418">
                  <a:moveTo>
                    <a:pt x="2895600" y="3103418"/>
                  </a:moveTo>
                  <a:cubicBezTo>
                    <a:pt x="2908300" y="2482272"/>
                    <a:pt x="2921000" y="1861127"/>
                    <a:pt x="2438400" y="1343891"/>
                  </a:cubicBezTo>
                  <a:cubicBezTo>
                    <a:pt x="1955800" y="826655"/>
                    <a:pt x="977900" y="413327"/>
                    <a:pt x="0" y="0"/>
                  </a:cubicBezTo>
                </a:path>
              </a:pathLst>
            </a:custGeom>
            <a:noFill/>
            <a:ln w="76200">
              <a:solidFill>
                <a:srgbClr val="FFC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623527" y="3797559"/>
              <a:ext cx="3153746" cy="2034525"/>
            </a:xfrm>
            <a:custGeom>
              <a:avLst/>
              <a:gdLst>
                <a:gd name="connsiteX0" fmla="*/ 0 w 3153746"/>
                <a:gd name="connsiteY0" fmla="*/ 1922106 h 2034525"/>
                <a:gd name="connsiteX1" fmla="*/ 345232 w 3153746"/>
                <a:gd name="connsiteY1" fmla="*/ 2034074 h 2034525"/>
                <a:gd name="connsiteX2" fmla="*/ 578497 w 3153746"/>
                <a:gd name="connsiteY2" fmla="*/ 1884784 h 2034525"/>
                <a:gd name="connsiteX3" fmla="*/ 615820 w 3153746"/>
                <a:gd name="connsiteY3" fmla="*/ 1492898 h 2034525"/>
                <a:gd name="connsiteX4" fmla="*/ 1101012 w 3153746"/>
                <a:gd name="connsiteY4" fmla="*/ 1147665 h 2034525"/>
                <a:gd name="connsiteX5" fmla="*/ 2127379 w 3153746"/>
                <a:gd name="connsiteY5" fmla="*/ 578498 h 2034525"/>
                <a:gd name="connsiteX6" fmla="*/ 3153746 w 3153746"/>
                <a:gd name="connsiteY6" fmla="*/ 0 h 203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53746" h="2034525">
                  <a:moveTo>
                    <a:pt x="0" y="1922106"/>
                  </a:moveTo>
                  <a:cubicBezTo>
                    <a:pt x="124408" y="1981200"/>
                    <a:pt x="248816" y="2040294"/>
                    <a:pt x="345232" y="2034074"/>
                  </a:cubicBezTo>
                  <a:cubicBezTo>
                    <a:pt x="441648" y="2027854"/>
                    <a:pt x="533399" y="1974980"/>
                    <a:pt x="578497" y="1884784"/>
                  </a:cubicBezTo>
                  <a:cubicBezTo>
                    <a:pt x="623595" y="1794588"/>
                    <a:pt x="528734" y="1615751"/>
                    <a:pt x="615820" y="1492898"/>
                  </a:cubicBezTo>
                  <a:cubicBezTo>
                    <a:pt x="702906" y="1370045"/>
                    <a:pt x="849086" y="1300065"/>
                    <a:pt x="1101012" y="1147665"/>
                  </a:cubicBezTo>
                  <a:cubicBezTo>
                    <a:pt x="1352938" y="995265"/>
                    <a:pt x="2127379" y="578498"/>
                    <a:pt x="2127379" y="578498"/>
                  </a:cubicBezTo>
                  <a:lnTo>
                    <a:pt x="3153746" y="0"/>
                  </a:lnTo>
                </a:path>
              </a:pathLst>
            </a:custGeom>
            <a:noFill/>
            <a:ln w="76200">
              <a:solidFill>
                <a:srgbClr val="7030A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 rot="19826775">
              <a:off x="2027315" y="4509007"/>
              <a:ext cx="3082703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 smtClean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BC/TBW/BSW</a:t>
              </a:r>
              <a:endParaRPr lang="en-US" sz="40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6" name="Freeform 35"/>
            <p:cNvSpPr/>
            <p:nvPr/>
          </p:nvSpPr>
          <p:spPr>
            <a:xfrm>
              <a:off x="2912533" y="2675467"/>
              <a:ext cx="270934" cy="383822"/>
            </a:xfrm>
            <a:custGeom>
              <a:avLst/>
              <a:gdLst>
                <a:gd name="connsiteX0" fmla="*/ 0 w 270934"/>
                <a:gd name="connsiteY0" fmla="*/ 0 h 383822"/>
                <a:gd name="connsiteX1" fmla="*/ 270934 w 270934"/>
                <a:gd name="connsiteY1" fmla="*/ 383822 h 38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934" h="383822">
                  <a:moveTo>
                    <a:pt x="0" y="0"/>
                  </a:moveTo>
                  <a:lnTo>
                    <a:pt x="270934" y="383822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  <a:prstDash val="dash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/>
            <p:cNvSpPr/>
            <p:nvPr/>
          </p:nvSpPr>
          <p:spPr>
            <a:xfrm rot="384008">
              <a:off x="3880558" y="2171773"/>
              <a:ext cx="270934" cy="383822"/>
            </a:xfrm>
            <a:custGeom>
              <a:avLst/>
              <a:gdLst>
                <a:gd name="connsiteX0" fmla="*/ 0 w 270934"/>
                <a:gd name="connsiteY0" fmla="*/ 0 h 383822"/>
                <a:gd name="connsiteX1" fmla="*/ 270934 w 270934"/>
                <a:gd name="connsiteY1" fmla="*/ 383822 h 38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934" h="383822">
                  <a:moveTo>
                    <a:pt x="0" y="0"/>
                  </a:moveTo>
                  <a:lnTo>
                    <a:pt x="270934" y="383822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  <a:prstDash val="dash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 rot="384008">
              <a:off x="5030834" y="1609504"/>
              <a:ext cx="270934" cy="383822"/>
            </a:xfrm>
            <a:custGeom>
              <a:avLst/>
              <a:gdLst>
                <a:gd name="connsiteX0" fmla="*/ 0 w 270934"/>
                <a:gd name="connsiteY0" fmla="*/ 0 h 383822"/>
                <a:gd name="connsiteX1" fmla="*/ 270934 w 270934"/>
                <a:gd name="connsiteY1" fmla="*/ 383822 h 38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934" h="383822">
                  <a:moveTo>
                    <a:pt x="0" y="0"/>
                  </a:moveTo>
                  <a:lnTo>
                    <a:pt x="270934" y="383822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  <a:prstDash val="dash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 rot="1085675">
              <a:off x="6413723" y="1183701"/>
              <a:ext cx="270934" cy="383822"/>
            </a:xfrm>
            <a:custGeom>
              <a:avLst/>
              <a:gdLst>
                <a:gd name="connsiteX0" fmla="*/ 0 w 270934"/>
                <a:gd name="connsiteY0" fmla="*/ 0 h 383822"/>
                <a:gd name="connsiteX1" fmla="*/ 270934 w 270934"/>
                <a:gd name="connsiteY1" fmla="*/ 383822 h 38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934" h="383822">
                  <a:moveTo>
                    <a:pt x="0" y="0"/>
                  </a:moveTo>
                  <a:lnTo>
                    <a:pt x="270934" y="383822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  <a:prstDash val="dash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 rot="1085675">
              <a:off x="7491548" y="1021257"/>
              <a:ext cx="270934" cy="383822"/>
            </a:xfrm>
            <a:custGeom>
              <a:avLst/>
              <a:gdLst>
                <a:gd name="connsiteX0" fmla="*/ 0 w 270934"/>
                <a:gd name="connsiteY0" fmla="*/ 0 h 383822"/>
                <a:gd name="connsiteX1" fmla="*/ 270934 w 270934"/>
                <a:gd name="connsiteY1" fmla="*/ 383822 h 38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934" h="383822">
                  <a:moveTo>
                    <a:pt x="0" y="0"/>
                  </a:moveTo>
                  <a:lnTo>
                    <a:pt x="270934" y="383822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  <a:prstDash val="dash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737976" y="1096197"/>
              <a:ext cx="1656030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cap="none" spc="0" dirty="0" err="1" smtClean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75000"/>
                    </a:schemeClr>
                  </a:solidFill>
                  <a:effectLst/>
                </a:rPr>
                <a:t>mCDW</a:t>
              </a:r>
              <a:endPara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162390" y="3751656"/>
              <a:ext cx="5498813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3000" b="1" cap="none" spc="0" dirty="0" smtClean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  <a:effectLst/>
                </a:rPr>
                <a:t>TWW/WSW</a:t>
              </a:r>
              <a:endParaRPr lang="en-US" sz="3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3048000" y="3894667"/>
              <a:ext cx="3386667" cy="2517422"/>
            </a:xfrm>
            <a:custGeom>
              <a:avLst/>
              <a:gdLst>
                <a:gd name="connsiteX0" fmla="*/ 0 w 3386667"/>
                <a:gd name="connsiteY0" fmla="*/ 2517422 h 2517422"/>
                <a:gd name="connsiteX1" fmla="*/ 135467 w 3386667"/>
                <a:gd name="connsiteY1" fmla="*/ 2065866 h 2517422"/>
                <a:gd name="connsiteX2" fmla="*/ 259644 w 3386667"/>
                <a:gd name="connsiteY2" fmla="*/ 1715911 h 2517422"/>
                <a:gd name="connsiteX3" fmla="*/ 790222 w 3386667"/>
                <a:gd name="connsiteY3" fmla="*/ 1467555 h 2517422"/>
                <a:gd name="connsiteX4" fmla="*/ 1659467 w 3386667"/>
                <a:gd name="connsiteY4" fmla="*/ 948266 h 2517422"/>
                <a:gd name="connsiteX5" fmla="*/ 2528711 w 3386667"/>
                <a:gd name="connsiteY5" fmla="*/ 417689 h 2517422"/>
                <a:gd name="connsiteX6" fmla="*/ 3386667 w 3386667"/>
                <a:gd name="connsiteY6" fmla="*/ 0 h 2517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86667" h="2517422">
                  <a:moveTo>
                    <a:pt x="0" y="2517422"/>
                  </a:moveTo>
                  <a:cubicBezTo>
                    <a:pt x="46096" y="2358436"/>
                    <a:pt x="92193" y="2199451"/>
                    <a:pt x="135467" y="2065866"/>
                  </a:cubicBezTo>
                  <a:cubicBezTo>
                    <a:pt x="178741" y="1932281"/>
                    <a:pt x="150518" y="1815630"/>
                    <a:pt x="259644" y="1715911"/>
                  </a:cubicBezTo>
                  <a:cubicBezTo>
                    <a:pt x="368770" y="1616192"/>
                    <a:pt x="556918" y="1595496"/>
                    <a:pt x="790222" y="1467555"/>
                  </a:cubicBezTo>
                  <a:cubicBezTo>
                    <a:pt x="1023526" y="1339614"/>
                    <a:pt x="1659467" y="948266"/>
                    <a:pt x="1659467" y="948266"/>
                  </a:cubicBezTo>
                  <a:cubicBezTo>
                    <a:pt x="1949215" y="773288"/>
                    <a:pt x="2240844" y="575733"/>
                    <a:pt x="2528711" y="417689"/>
                  </a:cubicBezTo>
                  <a:cubicBezTo>
                    <a:pt x="2816578" y="259645"/>
                    <a:pt x="3101622" y="129822"/>
                    <a:pt x="3386667" y="0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866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4352</TotalTime>
  <Words>10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Natalie</dc:creator>
  <cp:lastModifiedBy>Natalie</cp:lastModifiedBy>
  <cp:revision>13</cp:revision>
  <dcterms:created xsi:type="dcterms:W3CDTF">2025-09-12T17:09:38Z</dcterms:created>
  <dcterms:modified xsi:type="dcterms:W3CDTF">2025-09-15T17:46:06Z</dcterms:modified>
</cp:coreProperties>
</file>